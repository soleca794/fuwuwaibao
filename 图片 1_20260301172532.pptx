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1455400" cy="6388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1455400" cy="63881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273794" y="2285849"/>
            <a:ext cx="4316729" cy="3463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89025" algn="l" rtl="0" eaLnBrk="0">
              <a:lnSpc>
                <a:spcPct val="96000"/>
              </a:lnSpc>
              <a:tabLst/>
            </a:pPr>
            <a:r>
              <a:rPr sz="1900" b="1" kern="0" spc="-30" dirty="0">
                <a:solidFill>
                  <a:srgbClr val="40B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局部不均的模拟结果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5000"/>
              </a:lnSpc>
              <a:spcBef>
                <a:spcPts val="1144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分析不同起伏幅度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1400" kern="0" spc="-3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对应的条纹畸变范围，当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增大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95000"/>
              </a:lnSpc>
              <a:spcBef>
                <a:spcPts val="1154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时，条纹的畸变范围会扩大，这说明膜厚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的局部起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95000"/>
              </a:lnSpc>
              <a:spcBef>
                <a:spcPts val="1254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伏会导致干涉条纹出现不规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则变化，研究这种变化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98000"/>
              </a:lnSpc>
              <a:spcBef>
                <a:spcPts val="1176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规律有助于我们更好地理解材料微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观结构对光学性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657350" algn="l" rtl="0" eaLnBrk="0">
              <a:lnSpc>
                <a:spcPct val="99000"/>
              </a:lnSpc>
              <a:spcBef>
                <a:spcPts val="1058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能的影响。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210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观察局部区域的条纹细节，如细条纹的断裂/合并，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98000"/>
              </a:lnSpc>
              <a:spcBef>
                <a:spcPts val="1127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这些细节能够反映出光在局部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膜厚不均区域的复杂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3815" algn="l" rtl="0" eaLnBrk="0">
              <a:lnSpc>
                <a:spcPct val="95000"/>
              </a:lnSpc>
              <a:spcBef>
                <a:spcPts val="1232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干涉行为，对于深入研究光的传播和干涉机制具有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682750" algn="l" rtl="0" eaLnBrk="0">
              <a:lnSpc>
                <a:spcPct val="99000"/>
              </a:lnSpc>
              <a:spcBef>
                <a:spcPts val="6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重要意义。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850922" y="2285125"/>
            <a:ext cx="4352925" cy="3119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01725" algn="l" rtl="0" eaLnBrk="0">
              <a:lnSpc>
                <a:spcPct val="96000"/>
              </a:lnSpc>
              <a:tabLst/>
            </a:pPr>
            <a:r>
              <a:rPr sz="1900" b="1" kern="0" spc="-20" dirty="0">
                <a:solidFill>
                  <a:srgbClr val="305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梯度不均的模拟结果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95000"/>
              </a:lnSpc>
              <a:spcBef>
                <a:spcPts val="1157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对比不同梯度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k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对应的条纹弯曲程度，随着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k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值的增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95000"/>
              </a:lnSpc>
              <a:spcBef>
                <a:spcPts val="1154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大，条纹的弯曲程度会逐渐增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加，这表明膜厚梯度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95000"/>
              </a:lnSpc>
              <a:spcBef>
                <a:spcPts val="1154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对干涉条纹的形状有着显著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影响，我们可以通过分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0165" algn="l" rtl="0" eaLnBrk="0">
              <a:lnSpc>
                <a:spcPct val="95000"/>
              </a:lnSpc>
              <a:spcBef>
                <a:spcPts val="1204"/>
              </a:spcBef>
              <a:tabLst/>
            </a:pP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析这种影响，深入了解膜厚变化与光学现象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之间的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872614" algn="l" rtl="0" eaLnBrk="0">
              <a:lnSpc>
                <a:spcPct val="97000"/>
              </a:lnSpc>
              <a:spcBef>
                <a:spcPts val="1425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233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对条纹间距随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x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变化的曲线进行拟合，通过拟合得到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ct val="95000"/>
              </a:lnSpc>
              <a:spcBef>
                <a:spcPts val="954"/>
              </a:spcBef>
              <a:tabLst/>
            </a:pP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的曲线，可以更准确地描述条纹间距与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x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的关系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，为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1764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进一步研究光的干涉特性提供量化的数据支持。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577155" y="466144"/>
            <a:ext cx="3579495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1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模拟结果的特性分析</a:t>
            </a:r>
            <a:endParaRPr sz="3100" dirty="0">
              <a:latin typeface="SimHei"/>
              <a:ea typeface="SimHei"/>
              <a:cs typeface="Sim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50162" y="1073136"/>
            <a:ext cx="990662" cy="97156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40005" y="1085849"/>
            <a:ext cx="990548" cy="9588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2026-03-01T17:26:08Z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2026-03-01T17:26:08</vt:filetime>
  </property>
  <property fmtid="{D5CDD505-2E9C-101B-9397-08002B2CF9AE}" pid="4" name="UsrData">
    <vt:lpwstr>69a4062f8b072f001f8c03e2wl</vt:lpwstr>
  </property>
</Properties>
</file>