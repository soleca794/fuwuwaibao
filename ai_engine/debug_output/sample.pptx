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机器学习基础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监督学习与非监督学习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模型评估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准确率、召回率、F1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