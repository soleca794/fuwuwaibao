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Parser PPT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one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two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